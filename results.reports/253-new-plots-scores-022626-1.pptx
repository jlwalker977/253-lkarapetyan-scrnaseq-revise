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2"/>
    <p:sldId id="276" r:id="rId3"/>
    <p:sldId id="27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>
      <p:cViewPr varScale="1">
        <p:scale>
          <a:sx n="114" d="100"/>
          <a:sy n="114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9CE27-1402-B245-E9D3-113A89BB6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02B9D4-C5F3-5CBF-0B12-AD141E409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DEA82-E6B0-9254-AECA-DC2A4DB9F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B8CB-9072-F945-8EDD-D97F7C69CE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EB895-F2D4-BF27-1011-E7740B156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D5087-BED1-11AC-A139-A974AAB73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763EE-140D-9D4C-AAD5-612B2D8FA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357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0C36-9688-CF08-75F3-97C884245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7A83E-885F-BDF6-127E-CBEC70747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D5491-32AA-13DD-968E-0300B57D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B8CB-9072-F945-8EDD-D97F7C69CE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BC2B6-E028-8AA1-B6C1-4C708E85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BED66-98DC-B7D6-E407-C07656246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763EE-140D-9D4C-AAD5-612B2D8FA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992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2EE9-0FCF-1BE9-419B-783D54FF0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D75B4-47EC-30FD-8012-56FF41CEF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8DE3D-E480-EBA0-89DA-CF457D87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B8CB-9072-F945-8EDD-D97F7C69CE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56E5E-3B0D-9236-423A-1579D0F9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BD0B8-9923-A1B8-40D1-79EE6255A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763EE-140D-9D4C-AAD5-612B2D8FA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67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43071-F403-9E42-667D-F50F80A0F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61C18-2BFC-5EBE-3E29-D4B5AA1E20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CF14CA-67F8-CDF1-1A0F-B56C2A100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BE655-1DAA-187B-DF21-BC264C518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B8CB-9072-F945-8EDD-D97F7C69CE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EB869-8EB2-6B82-6BA6-826F25D1B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5B17C-0836-1CAE-DF16-FF076E4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763EE-140D-9D4C-AAD5-612B2D8FA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19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8B91B-8E08-B3FE-B0AA-A134720C6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04413-9C3E-7864-B71F-3E30D631B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2E43F5-6B88-3A19-7F36-3F5210DBA7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C69D10-6AD2-C7B7-8FA6-BF3A902E5A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FB840F-93EA-7FC0-4D97-F0D3945F1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0BF409-C98A-C305-2A65-C79DB0FE5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B8CB-9072-F945-8EDD-D97F7C69CE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9673FF-FC83-99DC-0BB6-160C588DC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3C327A-712A-44B2-52DB-A8BA27F1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763EE-140D-9D4C-AAD5-612B2D8FA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18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731F-74D7-804F-4AFC-663D3A5DD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3736D5-51E5-F9AE-1439-2C3BD8BF1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B8CB-9072-F945-8EDD-D97F7C69CE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E9DE60-821C-E581-CEE5-401FDC95D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CF4E3F-BFEB-AEB5-091A-441C7689E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763EE-140D-9D4C-AAD5-612B2D8FA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190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12A681-EFF3-FED9-DA52-BC72D6DC0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B8CB-9072-F945-8EDD-D97F7C69CE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504266-7885-211F-9C96-121CA4258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0B5F3-CC6E-2438-0BD2-8A8FA0A5D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763EE-140D-9D4C-AAD5-612B2D8FA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404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23CF6-ACFB-48EC-AC15-99D3399CA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397F2-6C6C-1130-CAE2-C771E7B00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C7BF3-FEB8-C93D-7FEF-C964C2F2C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5458E-E576-8F42-BA32-7F495EC65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B8CB-9072-F945-8EDD-D97F7C69CE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3D35E-439E-BA50-1F9B-BE3ECAC0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88947-0855-A845-1A91-0E0BD35F3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763EE-140D-9D4C-AAD5-612B2D8FA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20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57C7-9720-6B9A-4226-3CBF10197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EC8BB2-F3C1-810B-5F09-25105BFAE9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EBCD0A-57D2-84DE-6942-20F57C861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EC76F-31AD-337D-6386-C9E9D53C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B8CB-9072-F945-8EDD-D97F7C69CE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AB5A3-3121-0536-44DF-163F4D95A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9F4ECC-8B24-7E33-F7DB-7DD7E3085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763EE-140D-9D4C-AAD5-612B2D8FA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32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B9D19-AF4C-B872-17E4-0F61A1A87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BD5C6-6927-7D03-1EB5-5B77E8EDD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D6CED-51DE-4EA4-83C1-26A6975CE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B8CB-9072-F945-8EDD-D97F7C69CE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E3005-4D28-E9CB-9257-266E8DB3D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F656-888B-6437-756E-EF98D71C2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763EE-140D-9D4C-AAD5-612B2D8FA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25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A73143-C5BA-3ACA-0C32-8CB930AEF8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70218-8359-700D-ACFE-82839CD96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9C835-45AE-4E42-F444-96BBE0882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B8CB-9072-F945-8EDD-D97F7C69CE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1D391-ECE1-A265-F16F-22F24F7AC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93E0C-F86F-90E1-CD93-A9CF4F5A1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763EE-140D-9D4C-AAD5-612B2D8FA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46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915035-8DB0-7408-E7AC-A9DBBC0A9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6EAB7-678F-63F1-6CA8-25FFD1F13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70D22-3A57-171E-BA9F-8E85209A8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A2B8CB-9072-F945-8EDD-D97F7C69CEA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F0FEB-5C62-CFB5-12ED-9E44862EB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FB770-76D5-1FDB-C3A8-87A1D18DA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4763EE-140D-9D4C-AAD5-612B2D8FA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222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32649-B410-2020-A268-A940D1BDFD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253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B75BA-ED15-47CD-E712-128BBB4CC7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New plots 02/26/26</a:t>
            </a:r>
          </a:p>
        </p:txBody>
      </p:sp>
    </p:spTree>
    <p:extLst>
      <p:ext uri="{BB962C8B-B14F-4D97-AF65-F5344CB8AC3E}">
        <p14:creationId xmlns:p14="http://schemas.microsoft.com/office/powerpoint/2010/main" val="117660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0ADC6-78A5-74F1-7547-42F941382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scores by time:</a:t>
            </a:r>
          </a:p>
        </p:txBody>
      </p:sp>
      <p:pic>
        <p:nvPicPr>
          <p:cNvPr id="5" name="Content Placeholder 4" descr="A graph of a comparison of aps scores&#10;&#10;AI-generated content may be incorrect.">
            <a:extLst>
              <a:ext uri="{FF2B5EF4-FFF2-40B4-BE49-F238E27FC236}">
                <a16:creationId xmlns:a16="http://schemas.microsoft.com/office/drawing/2014/main" id="{A7E24209-9EF2-645B-1BF5-1CBA8815EC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07568" y="2495974"/>
            <a:ext cx="4023260" cy="3308505"/>
          </a:xfrm>
          <a:prstGeom prst="rect">
            <a:avLst/>
          </a:prstGeom>
        </p:spPr>
      </p:pic>
      <p:pic>
        <p:nvPicPr>
          <p:cNvPr id="7" name="Picture 6" descr="A graph of a comparison of cyt scores&#10;&#10;AI-generated content may be incorrect.">
            <a:extLst>
              <a:ext uri="{FF2B5EF4-FFF2-40B4-BE49-F238E27FC236}">
                <a16:creationId xmlns:a16="http://schemas.microsoft.com/office/drawing/2014/main" id="{4F3D2277-8FA1-3993-6293-E132527FD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784" y="2495972"/>
            <a:ext cx="4023262" cy="3308507"/>
          </a:xfrm>
          <a:prstGeom prst="rect">
            <a:avLst/>
          </a:prstGeom>
        </p:spPr>
      </p:pic>
      <p:pic>
        <p:nvPicPr>
          <p:cNvPr id="9" name="Picture 8" descr="A graph of a comparison of scores&#10;&#10;AI-generated content may be incorrect.">
            <a:extLst>
              <a:ext uri="{FF2B5EF4-FFF2-40B4-BE49-F238E27FC236}">
                <a16:creationId xmlns:a16="http://schemas.microsoft.com/office/drawing/2014/main" id="{9BA50E89-B587-433F-3979-FBE9B148C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95973"/>
            <a:ext cx="4023261" cy="330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59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ABCC8-D7B5-B06D-30D8-A7CACFA3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scores by </a:t>
            </a:r>
            <a:r>
              <a:rPr lang="en-US" dirty="0" err="1"/>
              <a:t>Lead_in</a:t>
            </a:r>
            <a:endParaRPr lang="en-US" dirty="0"/>
          </a:p>
        </p:txBody>
      </p:sp>
      <p:pic>
        <p:nvPicPr>
          <p:cNvPr id="5" name="Content Placeholder 4" descr="A graph of a comparison of aps scores&#10;&#10;AI-generated content may be incorrect.">
            <a:extLst>
              <a:ext uri="{FF2B5EF4-FFF2-40B4-BE49-F238E27FC236}">
                <a16:creationId xmlns:a16="http://schemas.microsoft.com/office/drawing/2014/main" id="{DB983E36-67C5-7300-6065-6F743189D9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53822" y="2251363"/>
            <a:ext cx="4057396" cy="3336577"/>
          </a:xfrm>
          <a:prstGeom prst="rect">
            <a:avLst/>
          </a:prstGeom>
        </p:spPr>
      </p:pic>
      <p:pic>
        <p:nvPicPr>
          <p:cNvPr id="7" name="Picture 6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9018BF7A-EE6E-63AE-7F3A-534A32F30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426" y="2251364"/>
            <a:ext cx="4057397" cy="3336577"/>
          </a:xfrm>
          <a:prstGeom prst="rect">
            <a:avLst/>
          </a:prstGeom>
        </p:spPr>
      </p:pic>
      <p:pic>
        <p:nvPicPr>
          <p:cNvPr id="9" name="Picture 8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07C854EF-0AFC-8AD2-77E2-301B76DB9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2" y="2251364"/>
            <a:ext cx="4057397" cy="333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077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</Words>
  <Application>Microsoft Macintosh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Project 253</vt:lpstr>
      <vt:lpstr>Comparison of scores by time:</vt:lpstr>
      <vt:lpstr>Comparison of scores by Lead_in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Walker, Jennifer Lee</dc:creator>
  <cp:lastModifiedBy>Walker, Jennifer Lee</cp:lastModifiedBy>
  <cp:revision>1</cp:revision>
  <dcterms:created xsi:type="dcterms:W3CDTF">2026-02-26T20:05:20Z</dcterms:created>
  <dcterms:modified xsi:type="dcterms:W3CDTF">2026-02-26T20:21:33Z</dcterms:modified>
</cp:coreProperties>
</file>