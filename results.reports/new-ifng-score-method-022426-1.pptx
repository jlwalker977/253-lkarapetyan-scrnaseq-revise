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4" r:id="rId13"/>
    <p:sldId id="279" r:id="rId14"/>
    <p:sldId id="276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FE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23C92-30E8-9345-BC70-5BBE19BFB7B6}" v="33" dt="2026-02-26T20:01:51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1"/>
    <p:restoredTop sz="94571"/>
  </p:normalViewPr>
  <p:slideViewPr>
    <p:cSldViewPr snapToGrid="0">
      <p:cViewPr varScale="1">
        <p:scale>
          <a:sx n="115" d="100"/>
          <a:sy n="115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r, Jennifer Lee" userId="64f92a54-1faf-4ad7-a5c8-6a4986cb4523" providerId="ADAL" clId="{D2A327FF-2DB4-5B23-88A6-4DCA0DF6B224}"/>
    <pc:docChg chg="addSld modSld">
      <pc:chgData name="Walker, Jennifer Lee" userId="64f92a54-1faf-4ad7-a5c8-6a4986cb4523" providerId="ADAL" clId="{D2A327FF-2DB4-5B23-88A6-4DCA0DF6B224}" dt="2026-02-26T20:04:52.325" v="69" actId="20577"/>
      <pc:docMkLst>
        <pc:docMk/>
      </pc:docMkLst>
      <pc:sldChg chg="modSp mod">
        <pc:chgData name="Walker, Jennifer Lee" userId="64f92a54-1faf-4ad7-a5c8-6a4986cb4523" providerId="ADAL" clId="{D2A327FF-2DB4-5B23-88A6-4DCA0DF6B224}" dt="2026-02-26T20:04:38.045" v="50" actId="1076"/>
        <pc:sldMkLst>
          <pc:docMk/>
          <pc:sldMk cId="3714759972" sldId="276"/>
        </pc:sldMkLst>
        <pc:picChg chg="mod">
          <ac:chgData name="Walker, Jennifer Lee" userId="64f92a54-1faf-4ad7-a5c8-6a4986cb4523" providerId="ADAL" clId="{D2A327FF-2DB4-5B23-88A6-4DCA0DF6B224}" dt="2026-02-26T20:04:38.045" v="50" actId="1076"/>
          <ac:picMkLst>
            <pc:docMk/>
            <pc:sldMk cId="3714759972" sldId="276"/>
            <ac:picMk id="5" creationId="{A7E24209-9EF2-645B-1BF5-1CBA8815ECDD}"/>
          </ac:picMkLst>
        </pc:picChg>
        <pc:picChg chg="mod">
          <ac:chgData name="Walker, Jennifer Lee" userId="64f92a54-1faf-4ad7-a5c8-6a4986cb4523" providerId="ADAL" clId="{D2A327FF-2DB4-5B23-88A6-4DCA0DF6B224}" dt="2026-02-26T20:04:38.045" v="50" actId="1076"/>
          <ac:picMkLst>
            <pc:docMk/>
            <pc:sldMk cId="3714759972" sldId="276"/>
            <ac:picMk id="7" creationId="{4F3D2277-8FA1-3993-6293-E132527FDCBE}"/>
          </ac:picMkLst>
        </pc:picChg>
        <pc:picChg chg="mod">
          <ac:chgData name="Walker, Jennifer Lee" userId="64f92a54-1faf-4ad7-a5c8-6a4986cb4523" providerId="ADAL" clId="{D2A327FF-2DB4-5B23-88A6-4DCA0DF6B224}" dt="2026-02-26T20:04:38.045" v="50" actId="1076"/>
          <ac:picMkLst>
            <pc:docMk/>
            <pc:sldMk cId="3714759972" sldId="276"/>
            <ac:picMk id="9" creationId="{9BA50E89-B587-433F-3979-FBE9B148CE3B}"/>
          </ac:picMkLst>
        </pc:picChg>
      </pc:sldChg>
      <pc:sldChg chg="addSp delSp modSp mod">
        <pc:chgData name="Walker, Jennifer Lee" userId="64f92a54-1faf-4ad7-a5c8-6a4986cb4523" providerId="ADAL" clId="{D2A327FF-2DB4-5B23-88A6-4DCA0DF6B224}" dt="2026-02-26T20:04:32.362" v="49" actId="1076"/>
        <pc:sldMkLst>
          <pc:docMk/>
          <pc:sldMk cId="3537077706" sldId="277"/>
        </pc:sldMkLst>
        <pc:spChg chg="mod">
          <ac:chgData name="Walker, Jennifer Lee" userId="64f92a54-1faf-4ad7-a5c8-6a4986cb4523" providerId="ADAL" clId="{D2A327FF-2DB4-5B23-88A6-4DCA0DF6B224}" dt="2026-02-26T20:03:25.082" v="30" actId="20577"/>
          <ac:spMkLst>
            <pc:docMk/>
            <pc:sldMk cId="3537077706" sldId="277"/>
            <ac:spMk id="2" creationId="{430ABCC8-D7B5-B06D-30D8-A7CACFA3D166}"/>
          </ac:spMkLst>
        </pc:spChg>
        <pc:spChg chg="del">
          <ac:chgData name="Walker, Jennifer Lee" userId="64f92a54-1faf-4ad7-a5c8-6a4986cb4523" providerId="ADAL" clId="{D2A327FF-2DB4-5B23-88A6-4DCA0DF6B224}" dt="2026-02-26T20:03:37.593" v="31" actId="931"/>
          <ac:spMkLst>
            <pc:docMk/>
            <pc:sldMk cId="3537077706" sldId="277"/>
            <ac:spMk id="3" creationId="{7B71C159-33D1-BFB9-F1E4-B9756A3B9ADA}"/>
          </ac:spMkLst>
        </pc:spChg>
        <pc:picChg chg="add mod ord">
          <ac:chgData name="Walker, Jennifer Lee" userId="64f92a54-1faf-4ad7-a5c8-6a4986cb4523" providerId="ADAL" clId="{D2A327FF-2DB4-5B23-88A6-4DCA0DF6B224}" dt="2026-02-26T20:04:32.362" v="49" actId="1076"/>
          <ac:picMkLst>
            <pc:docMk/>
            <pc:sldMk cId="3537077706" sldId="277"/>
            <ac:picMk id="5" creationId="{DB983E36-67C5-7300-6065-6F743189D905}"/>
          </ac:picMkLst>
        </pc:picChg>
        <pc:picChg chg="add mod">
          <ac:chgData name="Walker, Jennifer Lee" userId="64f92a54-1faf-4ad7-a5c8-6a4986cb4523" providerId="ADAL" clId="{D2A327FF-2DB4-5B23-88A6-4DCA0DF6B224}" dt="2026-02-26T20:04:32.362" v="49" actId="1076"/>
          <ac:picMkLst>
            <pc:docMk/>
            <pc:sldMk cId="3537077706" sldId="277"/>
            <ac:picMk id="7" creationId="{9018BF7A-EE6E-63AE-7F3A-534A32F30429}"/>
          </ac:picMkLst>
        </pc:picChg>
        <pc:picChg chg="add mod">
          <ac:chgData name="Walker, Jennifer Lee" userId="64f92a54-1faf-4ad7-a5c8-6a4986cb4523" providerId="ADAL" clId="{D2A327FF-2DB4-5B23-88A6-4DCA0DF6B224}" dt="2026-02-26T20:04:32.362" v="49" actId="1076"/>
          <ac:picMkLst>
            <pc:docMk/>
            <pc:sldMk cId="3537077706" sldId="277"/>
            <ac:picMk id="9" creationId="{07C854EF-0AFC-8AD2-77E2-301B76DB959F}"/>
          </ac:picMkLst>
        </pc:picChg>
      </pc:sldChg>
      <pc:sldChg chg="modSp new mod">
        <pc:chgData name="Walker, Jennifer Lee" userId="64f92a54-1faf-4ad7-a5c8-6a4986cb4523" providerId="ADAL" clId="{D2A327FF-2DB4-5B23-88A6-4DCA0DF6B224}" dt="2026-02-26T20:04:52.325" v="69" actId="20577"/>
        <pc:sldMkLst>
          <pc:docMk/>
          <pc:sldMk cId="117660678" sldId="279"/>
        </pc:sldMkLst>
        <pc:spChg chg="mod">
          <ac:chgData name="Walker, Jennifer Lee" userId="64f92a54-1faf-4ad7-a5c8-6a4986cb4523" providerId="ADAL" clId="{D2A327FF-2DB4-5B23-88A6-4DCA0DF6B224}" dt="2026-02-26T20:04:52.325" v="69" actId="20577"/>
          <ac:spMkLst>
            <pc:docMk/>
            <pc:sldMk cId="117660678" sldId="279"/>
            <ac:spMk id="2" creationId="{3C232649-B410-2020-A268-A940D1BDFD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E81C-0C88-47A7-4BA6-0F6649EDF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ADD54-26BF-FE47-F26E-05D96F92C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E233-F039-96B7-99A1-25D4EE96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1548-D192-D38D-EBA5-4FBA1A54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BA887-03AC-8876-A095-779F95F2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7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F018-C6BC-23D0-1CB5-B28924FA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8B209-D4D5-8737-5ABC-B89A7F3E6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D42A3-AAE3-8739-69AE-CE4AE713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8AE47-A9A1-B29C-6F33-7ADC159F5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FF052-BE22-7D74-4055-A58BF87A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4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E383-3EEE-ABAF-A26F-DCFDD52E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6168F-71E8-DE45-0395-7DA9B175A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83392-C49E-8940-7D0F-8FEA8087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470AD-E53A-F5C9-B487-0500B85B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2551D-0D2E-8D92-7C2A-258E842E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8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D264F-6929-4CB5-BC10-4E4189F8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4F6D-8178-F43B-1C3F-0850DF297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8BC44-7941-DB95-3763-751F30217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9DE8E-0A4C-FB86-0B76-B9E46560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FBEB1-3E7F-30D7-F472-55346AA49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2BE32-E577-655B-6D51-E7A959AF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5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1770-1E96-8F5D-6D69-918450E7B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346E2-3AD5-3B7D-779F-35EABF573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B7E1B-69F6-08E8-6529-E772A777E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CB6E9-FFC4-5C14-EBA7-35DCF395D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DA809-0987-3952-8C4B-C97F9DF65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E520A-0FEF-DABC-9594-7A0D7290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9C260-3C17-5AEB-7D7F-C2016746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0C997-7AA2-3AEC-4DBB-F0F3BF70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9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1771-CD0A-394A-ADF5-E8FF9F29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67B51-8748-678E-2C71-F63B8B8C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4597-82F8-406F-CDE3-9491A950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EA9DA-B331-05EB-96C3-20E0160F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1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46C85B-1C19-C86E-907D-37A45EC0F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A00DB-F1C4-6FEB-67DF-F8C329DA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8E984-EEC8-FE67-2DE7-4DCA0AE2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2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AEDC7-0BEA-FD8D-B1C0-B99B03DED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BBE6-D019-B944-515E-2CC4F458E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2B404-1C86-2F53-B6D9-E7676AEF0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4FEA4-A740-F2B7-C6B1-17B3AF02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3620D-08D6-DD97-19AB-DB6B98191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D510D-DEE5-FDB5-E7BE-00469DF6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9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B4E0-E8C4-1E0C-2BAC-A9239B4FE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2B828-8AFE-D675-AB05-E8FC911B5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F09AE-65D4-D4D9-0BD2-5B47A61BE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0B442-EB26-8A50-82D3-734C4A92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7D4A1-A38F-8B12-5B25-16BF0C40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854C6-DC27-B2C6-885C-ABA452F1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8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A8B9-E066-976A-2209-3806138BA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38277-D09C-8D73-861D-DC0ACC4FC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7981-6849-FD55-34C6-6F0515B1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22688-724D-ABAC-3834-EC49E8BF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B7FD5-6518-82E3-60CF-006A4A97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2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0ACC2A-DA18-560A-9997-7ACE8A3BD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067E5-C249-ABC8-84B2-23EBF3CE2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1FB8C-EB36-FA6C-2702-BFCEF313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0415-F37A-54BB-41EE-1128F0EB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B58AC-20BB-1D77-14DC-07F7169D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9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A62E07-D824-E99B-2C3B-39BAC4E3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881B5-E5B8-44E1-00EC-AFA4EE0F9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CEBF4-BE2A-3EAE-10CB-ABD104764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937EE-DA3F-BE4D-ADE7-60AFF352CBE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1D13C-6074-3A5F-6DA8-CAD94C12D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5DC4-2DEF-9F21-A1AF-2F5CC0D6B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FA02F-0C10-0641-9A7B-77C88EF9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9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5896-50C5-443C-F92C-E473C669E0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 </a:t>
            </a:r>
            <a:r>
              <a:rPr lang="en-US" dirty="0" err="1"/>
              <a:t>IFNg</a:t>
            </a:r>
            <a:r>
              <a:rPr lang="en-US" dirty="0"/>
              <a:t> score calculation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FB811-E1BD-E134-6DB1-02CE93AEB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9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603-C222-73E0-DBCA-B1737B7E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</a:t>
            </a:r>
            <a:r>
              <a:rPr lang="en-US" dirty="0" err="1"/>
              <a:t>IFNg</a:t>
            </a:r>
            <a:r>
              <a:rPr lang="en-US" dirty="0"/>
              <a:t> score calculation by timepoint and </a:t>
            </a:r>
            <a:r>
              <a:rPr lang="en-US" dirty="0" err="1"/>
              <a:t>leadin</a:t>
            </a:r>
            <a:r>
              <a:rPr lang="en-US" dirty="0"/>
              <a:t> (w stats and correct colors)</a:t>
            </a:r>
          </a:p>
        </p:txBody>
      </p:sp>
      <p:pic>
        <p:nvPicPr>
          <p:cNvPr id="5" name="Content Placeholder 4" descr="A graph with different colored squares and lines&#10;&#10;AI-generated content may be incorrect.">
            <a:extLst>
              <a:ext uri="{FF2B5EF4-FFF2-40B4-BE49-F238E27FC236}">
                <a16:creationId xmlns:a16="http://schemas.microsoft.com/office/drawing/2014/main" id="{3594F430-1AEC-2796-145C-AC2C78F31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6747" y="1877973"/>
            <a:ext cx="4822510" cy="4581847"/>
          </a:xfrm>
          <a:prstGeom prst="rect">
            <a:avLst/>
          </a:prstGeom>
        </p:spPr>
      </p:pic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1365588A-6AF6-119E-8BF1-D3299E01C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43" y="1877972"/>
            <a:ext cx="4822510" cy="45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6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F23B-9EAB-242C-56E9-2FB0E245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IFNg</a:t>
            </a:r>
            <a:r>
              <a:rPr lang="en-US" dirty="0"/>
              <a:t> scores by PFS outcome (add stats)</a:t>
            </a:r>
          </a:p>
        </p:txBody>
      </p:sp>
      <p:pic>
        <p:nvPicPr>
          <p:cNvPr id="5" name="Content Placeholder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8DC007C4-7919-1D25-74F6-A250BEB6A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0134" y="1858146"/>
            <a:ext cx="45798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7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470C-FE29-9747-74BF-71097487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IFNg</a:t>
            </a:r>
            <a:r>
              <a:rPr lang="en-US" dirty="0"/>
              <a:t> scores by PFS outcome and timepoint</a:t>
            </a:r>
          </a:p>
        </p:txBody>
      </p:sp>
      <p:pic>
        <p:nvPicPr>
          <p:cNvPr id="4" name="Picture 3" descr="A chart of a graph&#10;&#10;AI-generated content may be incorrect.">
            <a:extLst>
              <a:ext uri="{FF2B5EF4-FFF2-40B4-BE49-F238E27FC236}">
                <a16:creationId xmlns:a16="http://schemas.microsoft.com/office/drawing/2014/main" id="{1D76F5E9-5C05-5141-CE98-5FEC29EC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767" y="1690688"/>
            <a:ext cx="6206465" cy="433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4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8C65-F78B-24F4-9A63-C3C80DDF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IFNg</a:t>
            </a:r>
            <a:r>
              <a:rPr lang="en-US" dirty="0"/>
              <a:t> scores by PFS outcomes and Lead-in</a:t>
            </a:r>
          </a:p>
        </p:txBody>
      </p:sp>
      <p:pic>
        <p:nvPicPr>
          <p:cNvPr id="4" name="Content Placeholder 3" descr="A chart of a graph&#10;&#10;AI-generated content may be incorrect.">
            <a:extLst>
              <a:ext uri="{FF2B5EF4-FFF2-40B4-BE49-F238E27FC236}">
                <a16:creationId xmlns:a16="http://schemas.microsoft.com/office/drawing/2014/main" id="{97C44EAF-54FA-E039-FB6C-5A088229D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736" y="1690688"/>
            <a:ext cx="62245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50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A980F2-61AB-0553-EDF0-4AB873E06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Corrected </a:t>
            </a:r>
            <a:r>
              <a:rPr lang="en-US" dirty="0" err="1"/>
              <a:t>IFNg</a:t>
            </a:r>
            <a:r>
              <a:rPr lang="en-US" dirty="0"/>
              <a:t> scores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A12C9-FC50-5652-7875-2AD7DA5F9E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3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41E8-CA89-EBFA-05F8-6FB86E6F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Corrected </a:t>
            </a:r>
            <a:r>
              <a:rPr lang="en-US" dirty="0" err="1"/>
              <a:t>IFNg</a:t>
            </a:r>
            <a:r>
              <a:rPr lang="en-US" dirty="0"/>
              <a:t> score plots with stats</a:t>
            </a:r>
          </a:p>
        </p:txBody>
      </p:sp>
      <p:pic>
        <p:nvPicPr>
          <p:cNvPr id="9" name="Picture 8" descr="A graph of 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27C3A895-4F03-7136-D882-FD734BE06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6" y="1520394"/>
            <a:ext cx="5834127" cy="5337605"/>
          </a:xfrm>
          <a:prstGeom prst="rect">
            <a:avLst/>
          </a:prstGeom>
        </p:spPr>
      </p:pic>
      <p:pic>
        <p:nvPicPr>
          <p:cNvPr id="13" name="Picture 12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63D8660-B7A1-4713-23E6-589B2DF4A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549" y="1520393"/>
            <a:ext cx="5834126" cy="533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1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C295E6FF-284E-E190-36A7-093979240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254" y="1423174"/>
            <a:ext cx="5720292" cy="543482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B8CF167-7FEE-C9B1-DBBE-1DD8AF0CE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</a:t>
            </a:r>
            <a:r>
              <a:rPr lang="en-US" dirty="0" err="1"/>
              <a:t>IFNg</a:t>
            </a:r>
            <a:r>
              <a:rPr lang="en-US" dirty="0"/>
              <a:t> score plot by PFS outcome</a:t>
            </a:r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96AA4C8-6ACA-8625-90F4-CBD259F10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678" y="3213487"/>
            <a:ext cx="338455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8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diagram of a company&#10;&#10;AI-generated content may be incorrect.">
            <a:extLst>
              <a:ext uri="{FF2B5EF4-FFF2-40B4-BE49-F238E27FC236}">
                <a16:creationId xmlns:a16="http://schemas.microsoft.com/office/drawing/2014/main" id="{0181E851-D624-415D-2C9D-48646A875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99" y="1653853"/>
            <a:ext cx="9762201" cy="46175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90A0CF-BB70-7360-503C-91917BA8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</a:t>
            </a:r>
            <a:r>
              <a:rPr lang="en-US" dirty="0" err="1"/>
              <a:t>IFNg</a:t>
            </a:r>
            <a:r>
              <a:rPr lang="en-US" dirty="0"/>
              <a:t> score plot by PFS outcome split by timepoint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A3E38D-1649-4307-9CA2-C9E2075A2AFB}"/>
              </a:ext>
            </a:extLst>
          </p:cNvPr>
          <p:cNvSpPr txBox="1"/>
          <p:nvPr/>
        </p:nvSpPr>
        <p:spPr>
          <a:xfrm>
            <a:off x="1700988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40FF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7F30A-E2B7-7E63-286E-BB5A3FD02F05}"/>
              </a:ext>
            </a:extLst>
          </p:cNvPr>
          <p:cNvSpPr txBox="1"/>
          <p:nvPr/>
        </p:nvSpPr>
        <p:spPr>
          <a:xfrm>
            <a:off x="7521926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40FF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3C9A9A-D294-D0BE-8A6A-EF2986FCB398}"/>
              </a:ext>
            </a:extLst>
          </p:cNvPr>
          <p:cNvSpPr txBox="1"/>
          <p:nvPr/>
        </p:nvSpPr>
        <p:spPr>
          <a:xfrm>
            <a:off x="4611457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40FF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FEA9C7-0EC0-A958-FF0C-6C0652BF91A7}"/>
              </a:ext>
            </a:extLst>
          </p:cNvPr>
          <p:cNvSpPr txBox="1"/>
          <p:nvPr/>
        </p:nvSpPr>
        <p:spPr>
          <a:xfrm>
            <a:off x="2669906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EAA91E-E877-9FFF-9D24-93CBF89A6D7A}"/>
              </a:ext>
            </a:extLst>
          </p:cNvPr>
          <p:cNvSpPr txBox="1"/>
          <p:nvPr/>
        </p:nvSpPr>
        <p:spPr>
          <a:xfrm>
            <a:off x="5582234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64480A-4C02-0F98-81D6-DE1A54431AF3}"/>
              </a:ext>
            </a:extLst>
          </p:cNvPr>
          <p:cNvSpPr txBox="1"/>
          <p:nvPr/>
        </p:nvSpPr>
        <p:spPr>
          <a:xfrm>
            <a:off x="3638395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CF5EE-0DFE-F182-7DD2-4600EDC1D31B}"/>
              </a:ext>
            </a:extLst>
          </p:cNvPr>
          <p:cNvSpPr txBox="1"/>
          <p:nvPr/>
        </p:nvSpPr>
        <p:spPr>
          <a:xfrm>
            <a:off x="6546796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66D40-F059-210F-8804-06EA15156E04}"/>
              </a:ext>
            </a:extLst>
          </p:cNvPr>
          <p:cNvSpPr txBox="1"/>
          <p:nvPr/>
        </p:nvSpPr>
        <p:spPr>
          <a:xfrm>
            <a:off x="9457265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845110-7F5D-54A6-4D91-936758103187}"/>
              </a:ext>
            </a:extLst>
          </p:cNvPr>
          <p:cNvSpPr txBox="1"/>
          <p:nvPr/>
        </p:nvSpPr>
        <p:spPr>
          <a:xfrm>
            <a:off x="2071266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40FF"/>
                </a:solidFill>
              </a:rPr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E843D4-824A-82C3-F5AA-C2D0A35C691D}"/>
              </a:ext>
            </a:extLst>
          </p:cNvPr>
          <p:cNvSpPr txBox="1"/>
          <p:nvPr/>
        </p:nvSpPr>
        <p:spPr>
          <a:xfrm>
            <a:off x="5031025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40FF"/>
                </a:solidFill>
              </a:rPr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4C66E6-2B0A-F36B-FF52-B168C629CE35}"/>
              </a:ext>
            </a:extLst>
          </p:cNvPr>
          <p:cNvSpPr txBox="1"/>
          <p:nvPr/>
        </p:nvSpPr>
        <p:spPr>
          <a:xfrm>
            <a:off x="7941494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40FF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05ACF6-C967-FE9A-8EF8-528B0A02533D}"/>
              </a:ext>
            </a:extLst>
          </p:cNvPr>
          <p:cNvSpPr txBox="1"/>
          <p:nvPr/>
        </p:nvSpPr>
        <p:spPr>
          <a:xfrm>
            <a:off x="3061676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FE6609-C98A-4199-B49C-086C76B01D71}"/>
              </a:ext>
            </a:extLst>
          </p:cNvPr>
          <p:cNvSpPr txBox="1"/>
          <p:nvPr/>
        </p:nvSpPr>
        <p:spPr>
          <a:xfrm>
            <a:off x="6042312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8A814F-6A1C-B572-3B74-5759E7ACCE58}"/>
              </a:ext>
            </a:extLst>
          </p:cNvPr>
          <p:cNvSpPr txBox="1"/>
          <p:nvPr/>
        </p:nvSpPr>
        <p:spPr>
          <a:xfrm>
            <a:off x="8704576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049EDE-6BF8-0BB0-5695-F08C2B3DEE2B}"/>
              </a:ext>
            </a:extLst>
          </p:cNvPr>
          <p:cNvSpPr txBox="1"/>
          <p:nvPr/>
        </p:nvSpPr>
        <p:spPr>
          <a:xfrm>
            <a:off x="4030594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42146C-63D9-45AB-F26B-D712CD043C0B}"/>
              </a:ext>
            </a:extLst>
          </p:cNvPr>
          <p:cNvSpPr txBox="1"/>
          <p:nvPr/>
        </p:nvSpPr>
        <p:spPr>
          <a:xfrm>
            <a:off x="6975678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D0947A-53CC-3398-55CC-27E8E5DCB986}"/>
              </a:ext>
            </a:extLst>
          </p:cNvPr>
          <p:cNvSpPr txBox="1"/>
          <p:nvPr/>
        </p:nvSpPr>
        <p:spPr>
          <a:xfrm>
            <a:off x="9858778" y="6550223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313A6-D1F2-EAB6-5C33-12FB3C2D6D44}"/>
              </a:ext>
            </a:extLst>
          </p:cNvPr>
          <p:cNvSpPr txBox="1"/>
          <p:nvPr/>
        </p:nvSpPr>
        <p:spPr>
          <a:xfrm>
            <a:off x="10285943" y="5107880"/>
            <a:ext cx="1928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Have tried ‘</a:t>
            </a:r>
            <a:r>
              <a:rPr lang="en-US" sz="1200" dirty="0" err="1">
                <a:solidFill>
                  <a:srgbClr val="00B0F0"/>
                </a:solidFill>
              </a:rPr>
              <a:t>compare_means</a:t>
            </a:r>
            <a:r>
              <a:rPr lang="en-US" sz="1200" dirty="0">
                <a:solidFill>
                  <a:srgbClr val="00B0F0"/>
                </a:solidFill>
              </a:rPr>
              <a:t>’ with these subsets, it throws an error that there are not enough samples to do the t-test</a:t>
            </a:r>
          </a:p>
        </p:txBody>
      </p:sp>
      <p:pic>
        <p:nvPicPr>
          <p:cNvPr id="35" name="Picture 3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8F743F8-7E6F-B591-2282-FCB0D4962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23" b="35754"/>
          <a:stretch>
            <a:fillRect/>
          </a:stretch>
        </p:blipFill>
        <p:spPr>
          <a:xfrm>
            <a:off x="8713" y="5694904"/>
            <a:ext cx="2767941" cy="79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86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2649-B410-2020-A268-A940D1BDF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 plots 02/26/26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B75BA-ED15-47CD-E712-128BBB4CC7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0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ADC6-78A5-74F1-7547-42F941382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scores by time:</a:t>
            </a:r>
          </a:p>
        </p:txBody>
      </p:sp>
      <p:pic>
        <p:nvPicPr>
          <p:cNvPr id="5" name="Content Placeholder 4" descr="A graph of a comparison of aps scores&#10;&#10;AI-generated content may be incorrect.">
            <a:extLst>
              <a:ext uri="{FF2B5EF4-FFF2-40B4-BE49-F238E27FC236}">
                <a16:creationId xmlns:a16="http://schemas.microsoft.com/office/drawing/2014/main" id="{A7E24209-9EF2-645B-1BF5-1CBA8815E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7568" y="2495974"/>
            <a:ext cx="4023260" cy="3308505"/>
          </a:xfrm>
          <a:prstGeom prst="rect">
            <a:avLst/>
          </a:prstGeom>
        </p:spPr>
      </p:pic>
      <p:pic>
        <p:nvPicPr>
          <p:cNvPr id="7" name="Picture 6" descr="A graph of a comparison of cyt scores&#10;&#10;AI-generated content may be incorrect.">
            <a:extLst>
              <a:ext uri="{FF2B5EF4-FFF2-40B4-BE49-F238E27FC236}">
                <a16:creationId xmlns:a16="http://schemas.microsoft.com/office/drawing/2014/main" id="{4F3D2277-8FA1-3993-6293-E132527FD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784" y="2495972"/>
            <a:ext cx="4023262" cy="3308507"/>
          </a:xfrm>
          <a:prstGeom prst="rect">
            <a:avLst/>
          </a:prstGeom>
        </p:spPr>
      </p:pic>
      <p:pic>
        <p:nvPicPr>
          <p:cNvPr id="9" name="Picture 8" descr="A graph of a comparison of scores&#10;&#10;AI-generated content may be incorrect.">
            <a:extLst>
              <a:ext uri="{FF2B5EF4-FFF2-40B4-BE49-F238E27FC236}">
                <a16:creationId xmlns:a16="http://schemas.microsoft.com/office/drawing/2014/main" id="{9BA50E89-B587-433F-3979-FBE9B148C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95973"/>
            <a:ext cx="4023261" cy="330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BCC8-D7B5-B06D-30D8-A7CACFA3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scores by </a:t>
            </a:r>
            <a:r>
              <a:rPr lang="en-US" dirty="0" err="1"/>
              <a:t>Lead_in</a:t>
            </a:r>
            <a:endParaRPr lang="en-US" dirty="0"/>
          </a:p>
        </p:txBody>
      </p:sp>
      <p:pic>
        <p:nvPicPr>
          <p:cNvPr id="5" name="Content Placeholder 4" descr="A graph of a comparison of aps scores&#10;&#10;AI-generated content may be incorrect.">
            <a:extLst>
              <a:ext uri="{FF2B5EF4-FFF2-40B4-BE49-F238E27FC236}">
                <a16:creationId xmlns:a16="http://schemas.microsoft.com/office/drawing/2014/main" id="{DB983E36-67C5-7300-6065-6F743189D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3822" y="2251363"/>
            <a:ext cx="4057396" cy="3336577"/>
          </a:xfrm>
          <a:prstGeom prst="rect">
            <a:avLst/>
          </a:prstGeom>
        </p:spPr>
      </p:pic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018BF7A-EE6E-63AE-7F3A-534A32F30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426" y="2251364"/>
            <a:ext cx="4057397" cy="3336577"/>
          </a:xfrm>
          <a:prstGeom prst="rect">
            <a:avLst/>
          </a:prstGeom>
        </p:spPr>
      </p:pic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7C854EF-0AFC-8AD2-77E2-301B76DB9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2" y="2251364"/>
            <a:ext cx="4057397" cy="333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77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974F-DF5F-145A-16F1-F81CEEB7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DDDB-BFF3-5339-5059-8BA09B67C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9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5018489A27B7499804F4ED6D0E6645" ma:contentTypeVersion="15" ma:contentTypeDescription="Create a new document." ma:contentTypeScope="" ma:versionID="2e6cd1c89c4bfe30be89e636612ce472">
  <xsd:schema xmlns:xsd="http://www.w3.org/2001/XMLSchema" xmlns:xs="http://www.w3.org/2001/XMLSchema" xmlns:p="http://schemas.microsoft.com/office/2006/metadata/properties" xmlns:ns1="http://schemas.microsoft.com/sharepoint/v3" xmlns:ns2="597281f8-e61c-434f-98ad-078167789e9c" xmlns:ns3="f1734224-eee7-46a4-8e3c-dd679dfa6b35" targetNamespace="http://schemas.microsoft.com/office/2006/metadata/properties" ma:root="true" ma:fieldsID="4da51a81e1018e7b3abae42c188f6062" ns1:_="" ns2:_="" ns3:_="">
    <xsd:import namespace="http://schemas.microsoft.com/sharepoint/v3"/>
    <xsd:import namespace="597281f8-e61c-434f-98ad-078167789e9c"/>
    <xsd:import namespace="f1734224-eee7-46a4-8e3c-dd679dfa6b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281f8-e61c-434f-98ad-078167789e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90debd-ee09-4e04-a4c4-812a7ed26d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734224-eee7-46a4-8e3c-dd679dfa6b3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79c718b-63ac-4edf-814b-87b8ec536894}" ma:internalName="TaxCatchAll" ma:showField="CatchAllData" ma:web="f1734224-eee7-46a4-8e3c-dd679dfa6b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597281f8-e61c-434f-98ad-078167789e9c">
      <Terms xmlns="http://schemas.microsoft.com/office/infopath/2007/PartnerControls"/>
    </lcf76f155ced4ddcb4097134ff3c332f>
    <_ip_UnifiedCompliancePolicyProperties xmlns="http://schemas.microsoft.com/sharepoint/v3" xsi:nil="true"/>
    <TaxCatchAll xmlns="f1734224-eee7-46a4-8e3c-dd679dfa6b3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E4DE72-06CF-466C-B154-7CC563055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97281f8-e61c-434f-98ad-078167789e9c"/>
    <ds:schemaRef ds:uri="f1734224-eee7-46a4-8e3c-dd679dfa6b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7C7B79-DF14-470C-8A06-9255E81633FD}">
  <ds:schemaRefs>
    <ds:schemaRef ds:uri="http://www.w3.org/XML/1998/namespace"/>
    <ds:schemaRef ds:uri="597281f8-e61c-434f-98ad-078167789e9c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sharepoint/v3"/>
    <ds:schemaRef ds:uri="http://schemas.microsoft.com/office/infopath/2007/PartnerControls"/>
    <ds:schemaRef ds:uri="f1734224-eee7-46a4-8e3c-dd679dfa6b35"/>
  </ds:schemaRefs>
</ds:datastoreItem>
</file>

<file path=customXml/itemProps3.xml><?xml version="1.0" encoding="utf-8"?>
<ds:datastoreItem xmlns:ds="http://schemas.openxmlformats.org/officeDocument/2006/customXml" ds:itemID="{743A596F-D466-45FD-B9B0-6E19C417C6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3068</TotalTime>
  <Words>127</Words>
  <Application>Microsoft Macintosh PowerPoint</Application>
  <PresentationFormat>Widescreen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New IFNg score calculation method</vt:lpstr>
      <vt:lpstr>New IFNg score calculation by timepoint and leadin (w stats and correct colors)</vt:lpstr>
      <vt:lpstr>IFNg scores by PFS outcome (add stats)</vt:lpstr>
      <vt:lpstr>IFNg scores by PFS outcome and timepoint</vt:lpstr>
      <vt:lpstr>IFNg scores by PFS outcomes and Lead-in</vt:lpstr>
      <vt:lpstr>Corrected IFNg scores</vt:lpstr>
      <vt:lpstr>Corrected IFNg score plots with stats</vt:lpstr>
      <vt:lpstr>Correct IFNg score plot by PFS outcome</vt:lpstr>
      <vt:lpstr>Correct IFNg score plot by PFS outcome split by timepoint</vt:lpstr>
      <vt:lpstr>New plots 02/26/26</vt:lpstr>
      <vt:lpstr>Comparison of scores by time:</vt:lpstr>
      <vt:lpstr>Comparison of scores by Lead_in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Walker, Jennifer Lee</dc:creator>
  <cp:lastModifiedBy>Walker, Jennifer Lee</cp:lastModifiedBy>
  <cp:revision>1</cp:revision>
  <dcterms:created xsi:type="dcterms:W3CDTF">2026-02-24T16:43:12Z</dcterms:created>
  <dcterms:modified xsi:type="dcterms:W3CDTF">2026-02-26T20:04:59Z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0x0101009B5018489A27B7499804F4ED6D0E6645</vt:lpwstr>
  </property>
  <property fmtid="{D5CDD505-2E9C-101B-9397-08002B2CF9AE}" pid="3" name="MediaServiceImageTags">
    <vt:lpwstr/>
  </property>
</Properties>
</file>